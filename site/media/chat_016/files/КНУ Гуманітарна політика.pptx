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601" r:id="rId2"/>
    <p:sldId id="444" r:id="rId3"/>
    <p:sldId id="602" r:id="rId4"/>
    <p:sldId id="603" r:id="rId5"/>
    <p:sldId id="604" r:id="rId6"/>
  </p:sldIdLst>
  <p:sldSz cx="13004800" cy="9753600"/>
  <p:notesSz cx="6797675" cy="9928225"/>
  <p:embeddedFontLst>
    <p:embeddedFont>
      <p:font typeface="Helvetica Neue" panose="020B0604020202020204" charset="0"/>
      <p:regular r:id="rId8"/>
      <p:bold r:id="rId9"/>
      <p:italic r:id="rId10"/>
      <p:boldItalic r:id="rId11"/>
    </p:embeddedFont>
    <p:embeddedFont>
      <p:font typeface="Helvetica Neue Light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B7E5"/>
    <a:srgbClr val="21AA52"/>
    <a:srgbClr val="FF33CC"/>
    <a:srgbClr val="B2B1D4"/>
    <a:srgbClr val="BDBDDA"/>
    <a:srgbClr val="DC5356"/>
    <a:srgbClr val="E98E01"/>
    <a:srgbClr val="BF2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08EE03-9898-4803-8EE4-0E079E3B90E9}">
  <a:tblStyle styleId="{1B08EE03-9898-4803-8EE4-0E079E3B90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86" autoAdjust="0"/>
    <p:restoredTop sz="94660"/>
  </p:normalViewPr>
  <p:slideViewPr>
    <p:cSldViewPr snapToGrid="0">
      <p:cViewPr>
        <p:scale>
          <a:sx n="50" d="100"/>
          <a:sy n="50" d="100"/>
        </p:scale>
        <p:origin x="1843" y="341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907"/>
            <a:ext cx="4984962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3596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 type="obj">
  <p:cSld name="OBJEC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6310313" y="9251950"/>
            <a:ext cx="3698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6310313" y="9251950"/>
            <a:ext cx="3698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ъект с подписью" type="objTx">
  <p:cSld name="OBJECT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sz="3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 Light"/>
              <a:buNone/>
              <a:def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Helvetica Neue Light"/>
              <a:buNone/>
              <a:defRPr sz="1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6310313" y="9251950"/>
            <a:ext cx="3698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 type="picTx">
  <p:cSld name="PICTURE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3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None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None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None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None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None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None/>
              <a:def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 Light"/>
              <a:buNone/>
              <a:def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Helvetica Neue Light"/>
              <a:buNone/>
              <a:defRPr sz="1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6310313" y="9251950"/>
            <a:ext cx="3698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вертикальный текст" type="vertTx">
  <p:cSld name="VERTICAL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 rot="5400000">
            <a:off x="3284537" y="-357187"/>
            <a:ext cx="6435725" cy="1170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6310313" y="9251950"/>
            <a:ext cx="3698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Вертикальный заголовок и текст" type="vertTitleAndTx">
  <p:cSld name="VERTICAL_TITLE_AND_VERTICAL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 rot="5400000">
            <a:off x="6730206" y="3088482"/>
            <a:ext cx="8321675" cy="292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 rot="5400000">
            <a:off x="802482" y="238919"/>
            <a:ext cx="8321675" cy="862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6310313" y="9251950"/>
            <a:ext cx="3698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Template.pdf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13004800" cy="975201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6310313" y="9251950"/>
            <a:ext cx="3698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" y="609"/>
            <a:ext cx="13003174" cy="9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7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" y="609"/>
            <a:ext cx="13003174" cy="9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" y="609"/>
            <a:ext cx="13003174" cy="9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2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" y="609"/>
            <a:ext cx="13003174" cy="9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63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" y="609"/>
            <a:ext cx="13003174" cy="9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58144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- Заголовок — по центру">
  <a:themeElements>
    <a:clrScheme name="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FFFFF"/>
      </a:accent3>
      <a:accent4>
        <a:srgbClr val="000000"/>
      </a:accent4>
      <a:accent5>
        <a:srgbClr val="AAB8DC"/>
      </a:accent5>
      <a:accent6>
        <a:srgbClr val="007B2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FFFFF"/>
      </a:accent3>
      <a:accent4>
        <a:srgbClr val="000000"/>
      </a:accent4>
      <a:accent5>
        <a:srgbClr val="AAB8DC"/>
      </a:accent5>
      <a:accent6>
        <a:srgbClr val="007B2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0</Words>
  <Application>Microsoft Office PowerPoint</Application>
  <PresentationFormat>Произвольный</PresentationFormat>
  <Paragraphs>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Helvetica Neue</vt:lpstr>
      <vt:lpstr>Helvetica Neue Light</vt:lpstr>
      <vt:lpstr>White - Заголовок — по центру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RePack by Diakov</cp:lastModifiedBy>
  <cp:revision>122</cp:revision>
  <cp:lastPrinted>2020-01-23T09:39:34Z</cp:lastPrinted>
  <dcterms:modified xsi:type="dcterms:W3CDTF">2021-06-28T17:54:15Z</dcterms:modified>
</cp:coreProperties>
</file>